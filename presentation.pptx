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19C3B-A537-4881-AE04-7C10E6653E0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EAD3-90F5-48BA-A002-48DFB81389F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845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19C3B-A537-4881-AE04-7C10E6653E0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EAD3-90F5-48BA-A002-48DFB81389F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517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19C3B-A537-4881-AE04-7C10E6653E0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EAD3-90F5-48BA-A002-48DFB81389F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044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19C3B-A537-4881-AE04-7C10E6653E0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EAD3-90F5-48BA-A002-48DFB81389F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945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19C3B-A537-4881-AE04-7C10E6653E0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EAD3-90F5-48BA-A002-48DFB81389F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381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19C3B-A537-4881-AE04-7C10E6653E0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EAD3-90F5-48BA-A002-48DFB81389F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723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19C3B-A537-4881-AE04-7C10E6653E0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EAD3-90F5-48BA-A002-48DFB81389F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563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19C3B-A537-4881-AE04-7C10E6653E0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EAD3-90F5-48BA-A002-48DFB81389F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09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19C3B-A537-4881-AE04-7C10E6653E0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EAD3-90F5-48BA-A002-48DFB81389F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099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19C3B-A537-4881-AE04-7C10E6653E0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EAD3-90F5-48BA-A002-48DFB81389F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261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19C3B-A537-4881-AE04-7C10E6653E0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EAD3-90F5-48BA-A002-48DFB81389F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8015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19C3B-A537-4881-AE04-7C10E6653E0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EAD3-90F5-48BA-A002-48DFB81389F5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74906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19C3B-A537-4881-AE04-7C10E6653E0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EAD3-90F5-48BA-A002-48DFB81389F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1223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19C3B-A537-4881-AE04-7C10E6653E0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EAD3-90F5-48BA-A002-48DFB81389F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9897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19C3B-A537-4881-AE04-7C10E6653E0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EAD3-90F5-48BA-A002-48DFB81389F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0942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19C3B-A537-4881-AE04-7C10E6653E0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EAD3-90F5-48BA-A002-48DFB81389F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2681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19C3B-A537-4881-AE04-7C10E6653E0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EAD3-90F5-48BA-A002-48DFB81389F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742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B9C19C3B-A537-4881-AE04-7C10E6653E0F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F480EAD3-90F5-48BA-A002-48DFB81389F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5042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3A449B7-66E7-E989-5917-8DCF352199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7906" y="970151"/>
            <a:ext cx="6400271" cy="4571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916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BFA8473-C1CD-2B85-8D60-8A09B1CCC8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4617" y="1488274"/>
            <a:ext cx="6091873" cy="4351338"/>
          </a:xfrm>
        </p:spPr>
      </p:pic>
    </p:spTree>
    <p:extLst>
      <p:ext uri="{BB962C8B-B14F-4D97-AF65-F5344CB8AC3E}">
        <p14:creationId xmlns:p14="http://schemas.microsoft.com/office/powerpoint/2010/main" val="699273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588409-DC4F-C225-919A-6C05BF879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Falla miserablemente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2378A9-FB7A-F32E-B2F4-0B3F2FE3A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Abrir </a:t>
            </a:r>
            <a:r>
              <a:rPr lang="es-GT" dirty="0" err="1"/>
              <a:t>sections</a:t>
            </a:r>
            <a:r>
              <a:rPr lang="es-GT" dirty="0"/>
              <a:t> tiene un costo fijo y el abrir 3 por cada obstáculo hace que le programa gaste más recursos por intentar paralelizar que lo que </a:t>
            </a:r>
            <a:r>
              <a:rPr lang="es-GT"/>
              <a:t>costaría secuencialmente.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227061"/>
      </p:ext>
    </p:extLst>
  </p:cSld>
  <p:clrMapOvr>
    <a:masterClrMapping/>
  </p:clrMapOvr>
</p:sld>
</file>

<file path=ppt/theme/theme1.xml><?xml version="1.0" encoding="utf-8"?>
<a:theme xmlns:a="http://schemas.openxmlformats.org/drawingml/2006/main" name="Profundidad">
  <a:themeElements>
    <a:clrScheme name="Profundidad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Profundidad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fundidad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TM04033923[[fn=Profundidad]]</Template>
  <TotalTime>2</TotalTime>
  <Words>31</Words>
  <Application>Microsoft Office PowerPoint</Application>
  <PresentationFormat>Panorámica</PresentationFormat>
  <Paragraphs>2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6" baseType="lpstr">
      <vt:lpstr>Arial</vt:lpstr>
      <vt:lpstr>Corbel</vt:lpstr>
      <vt:lpstr>Profundidad</vt:lpstr>
      <vt:lpstr>Presentación de PowerPoint</vt:lpstr>
      <vt:lpstr>Presentación de PowerPoint</vt:lpstr>
      <vt:lpstr>Falla miserablemente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VIAU SEIFERT, OLIVIER</dc:creator>
  <cp:lastModifiedBy>VIAU SEIFERT, OLIVIER</cp:lastModifiedBy>
  <cp:revision>1</cp:revision>
  <dcterms:created xsi:type="dcterms:W3CDTF">2026-08-25T19:32:07Z</dcterms:created>
  <dcterms:modified xsi:type="dcterms:W3CDTF">2026-08-25T19:34:32Z</dcterms:modified>
</cp:coreProperties>
</file>